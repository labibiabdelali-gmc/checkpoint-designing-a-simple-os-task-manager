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a Simple OS Task Manager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Scheduling · Synchronization · Memory · Disk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GoMyCode Checkpoint — Introduction to Operating Systems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74320" cy="2743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960120"/>
            <a:ext cx="274320" cy="274320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960120"/>
            <a:ext cx="274320" cy="274320"/>
          </a:xfrm>
          <a:prstGeom prst="ellipse">
            <a:avLst/>
          </a:prstGeom>
          <a:solidFill>
            <a:srgbClr val="3BB273"/>
          </a:solidFill>
          <a:ln w="12700">
            <a:solidFill>
              <a:srgbClr val="3BB27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Part 1 — Process Scheduling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FCFS: First Come, First Served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2926080" cy="914400"/>
        </p:xfrm>
        <a:graphic>
          <a:graphicData uri="http://schemas.openxmlformats.org/drawingml/2006/table">
            <a:tbl>
              <a:tblPr/>
              <a:tblGrid>
                <a:gridCol w="975360"/>
                <a:gridCol w="975360"/>
                <a:gridCol w="9753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Process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Arrival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Burst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P1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P2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P3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840480" y="1097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</a:rPr>
              <a:t>Runs each process to the end, in order of arrival.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840480" y="1737360"/>
            <a:ext cx="2692400" cy="548640"/>
          </a:xfrm>
          <a:prstGeom prst="rect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840480" y="1737360"/>
            <a:ext cx="269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532880" y="1737360"/>
            <a:ext cx="1615440" cy="548640"/>
          </a:xfrm>
          <a:prstGeom prst="rect">
            <a:avLst/>
          </a:prstGeom>
          <a:solidFill>
            <a:srgbClr val="F18F0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32880" y="1737360"/>
            <a:ext cx="161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P2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148320" y="1737360"/>
            <a:ext cx="538480" cy="548640"/>
          </a:xfrm>
          <a:prstGeom prst="rect">
            <a:avLst/>
          </a:prstGeom>
          <a:solidFill>
            <a:srgbClr val="3BB2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48320" y="1737360"/>
            <a:ext cx="53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57600" y="23042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0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350000" y="23042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5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65440" y="23042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8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23042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9</a:t>
            </a:r>
            <a:endParaRPr lang="en-US" sz="12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Process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Finish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Waiting = Finish − Arrival − Burst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P1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5 − 0 − 5 = 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P2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8 − 1 − 3 = 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P3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9 − 2 − 1 = 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309360" y="292608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309360" y="29260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A44"/>
                </a:solidFill>
              </a:rPr>
              <a:t>3.33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avg waiting = (0+4+6)/3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Part 1 — Process Scheduling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Robin (quantum = 2)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</a:rPr>
              <a:t>Each process gets at most 2 units, then goes to the back of the queue.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548640"/>
          </a:xfrm>
          <a:prstGeom prst="rect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1463040"/>
            <a:ext cx="1828800" cy="548640"/>
          </a:xfrm>
          <a:prstGeom prst="rect">
            <a:avLst/>
          </a:prstGeom>
          <a:solidFill>
            <a:srgbClr val="F18F0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0" y="1463040"/>
            <a:ext cx="914400" cy="548640"/>
          </a:xfrm>
          <a:prstGeom prst="rect">
            <a:avLst/>
          </a:prstGeom>
          <a:solidFill>
            <a:srgbClr val="3BB2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0" y="1463040"/>
            <a:ext cx="1828800" cy="548640"/>
          </a:xfrm>
          <a:prstGeom prst="rect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0" y="1463040"/>
            <a:ext cx="914400" cy="548640"/>
          </a:xfrm>
          <a:prstGeom prst="rect">
            <a:avLst/>
          </a:prstGeom>
          <a:solidFill>
            <a:srgbClr val="F18F0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0" y="1463040"/>
            <a:ext cx="914400" cy="548640"/>
          </a:xfrm>
          <a:prstGeom prst="rect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P1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7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8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9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Process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Finish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Waiting = Finish − Arrival − Burst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P1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9 − 0 − 5 = 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P2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8 − 1 − 3 = 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P3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</a:rPr>
                        <a:t>5 − 2 − 1 = 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6309360" y="26517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09360" y="26517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A44"/>
                </a:solidFill>
              </a:rPr>
              <a:t>3.33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avg waiting = (4+4+2)/3</a:t>
            </a:r>
            <a:endParaRPr lang="en-US" sz="36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7"/>
                </a:solidFill>
              </a:rPr>
              <a:t>Queue at t=2: P2, P3, P1 (new arrivals join before the preempted P1).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Part 1 — Process Scheduling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one is more responsive?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</a:rPr>
              <a:t>Response time = first time on CPU − arrival time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4754880" cy="914400"/>
        </p:xfrm>
        <a:graphic>
          <a:graphicData uri="http://schemas.openxmlformats.org/drawingml/2006/table">
            <a:tbl>
              <a:tblPr/>
              <a:tblGrid>
                <a:gridCol w="950976"/>
                <a:gridCol w="950976"/>
                <a:gridCol w="950976"/>
                <a:gridCol w="950976"/>
                <a:gridCol w="950976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Average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FCFS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73E1D"/>
                          </a:solidFill>
                        </a:rPr>
                        <a:t>3.33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Round Robin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BB273"/>
                          </a:solidFill>
                        </a:rPr>
                        <a:t>1.00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554480"/>
            <a:ext cx="3108960" cy="1920240"/>
          </a:xfrm>
          <a:prstGeom prst="roundRect">
            <a:avLst>
              <a:gd name="adj" fmla="val 476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0" y="16459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BB273"/>
                </a:solidFill>
              </a:rPr>
              <a:t>Round Robin wins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Average waiting time is the same (3.33), but in RR every process starts quickly. P3 needs only 1 unit yet waits 6 in FCFS because it is stuck behind the long P1.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108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7"/>
                </a:solidFill>
              </a:rPr>
              <a:t>RR is better for interactive systems; FCFS is simpler with fewer context switches.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Part 2 — Process Synchronization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race condition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</a:rPr>
              <a:t>counter++ is really 3 steps: read → add 1 → write. If P1 and P2 interleave, one update is lost: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counter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</a:rPr>
                        <a:t>read counter (0)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</a:rPr>
                        <a:t>read counter (0)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</a:rPr>
                        <a:t>write 0 + 1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</a:rPr>
                        <a:t>write 0 + 1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73E1D"/>
                          </a:solidFill>
                        </a:rPr>
                        <a:t>1 (lost!)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164592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46520" y="17373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Expected 200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</a:rPr>
              <a:t>Without sync the final value can be anything below 200 — the result is unpredictable.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Part 2 — Process Synchronization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a mutex lock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572000" cy="306324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42976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mutex lock          // shared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 = 0         // shared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 P(i):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repeat 100 times: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lock(lock)        // enter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counter = counter + 1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unlock(lock)      // exit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P1 and P2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 for both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counter      // 200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94960" y="1051560"/>
            <a:ext cx="3291840" cy="3063240"/>
          </a:xfrm>
          <a:prstGeom prst="roundRect">
            <a:avLst>
              <a:gd name="adj" fmla="val 298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0" y="118872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2A44"/>
                </a:solidFill>
              </a:rPr>
              <a:t>Why a mutex?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</a:rPr>
              <a:t>Only one process can hold the lock at a time.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</a:rPr>
              <a:t>The other one waits at lock() until it is released.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</a:rPr>
              <a:t>So read-add-write always runs as one step → final value is always 200.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Part 3 — Memory Management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FIFO page replacement (3 frames)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92777"/>
                <a:gridCol w="992777"/>
                <a:gridCol w="992777"/>
                <a:gridCol w="992777"/>
                <a:gridCol w="992777"/>
                <a:gridCol w="992777"/>
                <a:gridCol w="992777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Reference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Frame 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Frame 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Frame 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Fault?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73E1D"/>
                          </a:solidFill>
                        </a:rPr>
                        <a:t>F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73E1D"/>
                          </a:solidFill>
                        </a:rPr>
                        <a:t>F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73E1D"/>
                          </a:solidFill>
                        </a:rPr>
                        <a:t>F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BB273"/>
                          </a:solidFill>
                        </a:rPr>
                        <a:t>hit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73E1D"/>
                          </a:solidFill>
                        </a:rPr>
                        <a:t>F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73E1D"/>
                          </a:solidFill>
                        </a:rPr>
                        <a:t>F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73E1D"/>
                          </a:solidFill>
                        </a:rPr>
                        <a:t>F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2918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FIFO removes the page that came in first: 4 replaces 1, then 1 replaces 2, then 5 replaces 3.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583680" y="3291840"/>
            <a:ext cx="210312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32918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3E1D"/>
                </a:solidFill>
              </a:rPr>
              <a:t>6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page faults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Part 3 — Memory Management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LRU page replacement (3 frames)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92777"/>
                <a:gridCol w="992777"/>
                <a:gridCol w="992777"/>
                <a:gridCol w="992777"/>
                <a:gridCol w="992777"/>
                <a:gridCol w="992777"/>
                <a:gridCol w="992777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Reference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Frame 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Frame 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Frame 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</a:rPr>
                        <a:t>Fault?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73E1D"/>
                          </a:solidFill>
                        </a:rPr>
                        <a:t>F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73E1D"/>
                          </a:solidFill>
                        </a:rPr>
                        <a:t>F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73E1D"/>
                          </a:solidFill>
                        </a:rPr>
                        <a:t>F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BB273"/>
                          </a:solidFill>
                        </a:rPr>
                        <a:t>hit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73E1D"/>
                          </a:solidFill>
                        </a:rPr>
                        <a:t>F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73E1D"/>
                          </a:solidFill>
                        </a:rPr>
                        <a:t>F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73E1D"/>
                          </a:solidFill>
                        </a:rPr>
                        <a:t>F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2918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LRU removes the page not used for the longest time: 4 replaces 1, then 1 replaces 3, then 5 replaces 2.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583680" y="3291840"/>
            <a:ext cx="2103120" cy="1097280"/>
          </a:xfrm>
          <a:prstGeom prst="roundRect">
            <a:avLst>
              <a:gd name="adj" fmla="val 833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32918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3E1D"/>
                </a:solidFill>
              </a:rPr>
              <a:t>6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page faults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Part 3 — Memory Management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FIFO vs LRU: which is better?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34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</a:rPr>
              <a:t>FIFO  </a:t>
            </a:r>
            <a:pPr indent="0" marL="0">
              <a:buNone/>
            </a:pPr>
            <a:r>
              <a:rPr lang="en-US" sz="2200" b="1" dirty="0">
                <a:solidFill>
                  <a:srgbClr val="C73E1D"/>
                </a:solidFill>
              </a:rPr>
              <a:t>6 faults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Simple, but may remove a page that is still being used.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234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</a:rPr>
              <a:t>LRU  </a:t>
            </a:r>
            <a:pPr indent="0" marL="0">
              <a:buNone/>
            </a:pPr>
            <a:r>
              <a:rPr lang="en-US" sz="2200" b="1" dirty="0">
                <a:solidFill>
                  <a:srgbClr val="C73E1D"/>
                </a:solidFill>
              </a:rPr>
              <a:t>6 faults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Uses recent history, so it usually keeps the pages you need.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</a:rPr>
              <a:t>Here it is a tie (6 vs 6) because the string is short: only page 2 is reused soon enough to be a hit. In general LRU performs better, because pages used recently are likely to be used again (locality of reference).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Part 4 — Disk Scheduling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FCFS vs SSTF (head starts at 53)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2697480"/>
          </a:xfrm>
          <a:prstGeom prst="roundRect">
            <a:avLst>
              <a:gd name="adj" fmla="val 339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FCFS — serve in request order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53 → 98 → 183 → 37 → 122 → 14 → 124 → 65 → 67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53→98 = 45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98→183 = 85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183→37 = 146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37→122 = 85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122→14 = 108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14→124 = 110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124→65 = 59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65→67 = 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1031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73E1D"/>
                </a:solidFill>
              </a:rPr>
              <a:t>640</a:t>
            </a:r>
            <a:endParaRPr lang="en-US" sz="4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total tracks moved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2697480"/>
          </a:xfrm>
          <a:prstGeom prst="roundRect">
            <a:avLst>
              <a:gd name="adj" fmla="val 339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SSTF — always go to the closest track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53 → 65 → 67 → 37 → 14 → 98 → 122 → 124 → 183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87452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53→65 = 12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65→67 =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67→37 = 30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37→14 = 23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14→98 = 84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98→122 = 24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122→124 =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124→183 = 59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1031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B273"/>
                </a:solidFill>
              </a:rPr>
              <a:t>236</a:t>
            </a:r>
            <a:endParaRPr lang="en-US" sz="4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total tracks moved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Conclusion: SSTF is more efficient — it moves the head 404 tracks less (about 63% less). Its downside: far-away requests can wait a long time (starvation).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61872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1887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Scheduling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Same avg wait (3.33), but Round Robin is more responsive (avg response 1 vs 3.33).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176272"/>
            <a:ext cx="457200" cy="457200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1031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Synchronization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Without a lock updates get lost; a mutex makes the result always 200.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090672"/>
            <a:ext cx="457200" cy="457200"/>
          </a:xfrm>
          <a:prstGeom prst="ellipse">
            <a:avLst/>
          </a:prstGeom>
          <a:solidFill>
            <a:srgbClr val="3BB2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0175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Memory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FIFO 6 faults, LRU 6 faults — a tie here, but LRU is usually better.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4005072"/>
            <a:ext cx="457200" cy="4572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931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Disk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SSTF moves 236 tracks vs 640 for FCFS — about 63% less, so SSTF is more efficient.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a Simple OS Task Manager</dc:title>
  <dc:subject>PptxGenJS Presentation</dc:subject>
  <dc:creator>PptxGenJS</dc:creator>
  <cp:lastModifiedBy>PptxGenJS</cp:lastModifiedBy>
  <cp:revision>1</cp:revision>
  <dcterms:created xsi:type="dcterms:W3CDTF">2026-10-17T16:52:14Z</dcterms:created>
  <dcterms:modified xsi:type="dcterms:W3CDTF">2026-10-17T16:52:14Z</dcterms:modified>
</cp:coreProperties>
</file>